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Geofence Feasibility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 Bhargavi Gandla</a:t>
            </a:r>
          </a:p>
          <a:p>
            <a:r>
              <a:t>Linux | C++ | GeographicLib | Coordinate Conversion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/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determine whether a GPS coordinate lies within a defined geofence by converting it into local Cartesian coordinates and applying mathematical logic.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OS: Linux (Ubuntu/Debian)</a:t>
            </a:r>
          </a:p>
          <a:p>
            <a:r>
              <a:t>• Language: C++ (OOP Style)</a:t>
            </a:r>
          </a:p>
          <a:p>
            <a:r>
              <a:t>• Editor: Visual Studio Code</a:t>
            </a:r>
          </a:p>
          <a:p>
            <a:r>
              <a:t>• Library: GeographicLib (C++)</a:t>
            </a:r>
          </a:p>
          <a:p>
            <a:r>
              <a:t>• Installation: sudo apt install libgeographic-dev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/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GPS Input (Latitude, Longitude)</a:t>
            </a:r>
          </a:p>
          <a:p>
            <a:r>
              <a:t>2. Convert to X/Y using GeographicLib (Forward API)</a:t>
            </a:r>
          </a:p>
          <a:p>
            <a:r>
              <a:t>3. Apply zone detection using mathematical equations</a:t>
            </a:r>
          </a:p>
          <a:p>
            <a:r>
              <a:t>4. Convert back X/Y to lat/lon using Reverse API</a:t>
            </a:r>
          </a:p>
          <a:p>
            <a:r>
              <a:t>5. Return result: inside or outside geofence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Step-by-Step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Step 1: Use line/circle equations in Cartesian (X/Y)</a:t>
            </a:r>
          </a:p>
          <a:p>
            <a:r>
              <a:t>✅ Step 2: Convert lat/lon → X/Y (Forward)</a:t>
            </a:r>
          </a:p>
          <a:p>
            <a:r>
              <a:t>✅ Step 3: Apply zone check logic (geometry)</a:t>
            </a:r>
          </a:p>
          <a:p>
            <a:r>
              <a:t>✅ Step 4: Convert X/Y → lat/lon (Reverse)</a:t>
            </a:r>
          </a:p>
          <a:p>
            <a:r>
              <a:t>✅ Step 5: Validate with test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Outputs /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✔️ Forward Conversion:</a:t>
            </a:r>
          </a:p>
          <a:p>
            <a:r>
              <a:t>   Input: Latitude = 12.9716, Longitude = 77.5946</a:t>
            </a:r>
          </a:p>
          <a:p>
            <a:r>
              <a:t>   Output: X = 13.2 m, Y = 9.6 m (example)</a:t>
            </a:r>
          </a:p>
          <a:p/>
          <a:p>
            <a:r>
              <a:t>✔️ Reverse Conversion:</a:t>
            </a:r>
          </a:p>
          <a:p>
            <a:r>
              <a:t>   Input: X = 13.2, Y = 9.6</a:t>
            </a:r>
          </a:p>
          <a:p>
            <a:r>
              <a:t>   Output: Latitude ≈ 12.9716, Longitude ≈ 77.5946</a:t>
            </a:r>
          </a:p>
          <a:p/>
          <a:p>
            <a:r>
              <a:t>✔️ Geofence Check:</a:t>
            </a:r>
          </a:p>
          <a:p>
            <a:r>
              <a:t>   - Circular Equation: Inside zone ✅</a:t>
            </a:r>
          </a:p>
          <a:p>
            <a:r>
              <a:t>   - Polygon Logic: Outside zone 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📌 Results:</a:t>
            </a:r>
          </a:p>
          <a:p>
            <a:r>
              <a:t>- Accurate coordinate transformation</a:t>
            </a:r>
          </a:p>
          <a:p>
            <a:r>
              <a:t>- Validated geofence detection logic</a:t>
            </a:r>
          </a:p>
          <a:p>
            <a:r>
              <a:t>- Precision confirmed with test cases</a:t>
            </a:r>
          </a:p>
          <a:p/>
          <a:p>
            <a:r>
              <a:t>📦 Use Cases:</a:t>
            </a:r>
          </a:p>
          <a:p>
            <a:r>
              <a:t>- Telematics (zone entry/exit)</a:t>
            </a:r>
          </a:p>
          <a:p>
            <a:r>
              <a:t>- Fleet tracking</a:t>
            </a:r>
          </a:p>
          <a:p>
            <a:r>
              <a:t>- Smart-city zone control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Role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🎯 My Role:</a:t>
            </a:r>
          </a:p>
          <a:p>
            <a:r>
              <a:t>- Designed mathematical equations</a:t>
            </a:r>
          </a:p>
          <a:p>
            <a:r>
              <a:t>- Integrated GeographicLib in C++</a:t>
            </a:r>
          </a:p>
          <a:p>
            <a:r>
              <a:t>- Handled testing and validation logic</a:t>
            </a:r>
          </a:p>
          <a:p/>
          <a:p>
            <a:r>
              <a:t>📚 Key Learnings:</a:t>
            </a:r>
          </a:p>
          <a:p>
            <a:r>
              <a:t>- Practical use of coordinate systems</a:t>
            </a:r>
          </a:p>
          <a:p>
            <a:r>
              <a:t>- Zone geometry in real-world apps</a:t>
            </a:r>
          </a:p>
          <a:p>
            <a:r>
              <a:t>- Clear understanding of forward/reverse GPS conversion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